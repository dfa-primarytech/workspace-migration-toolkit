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Volcanoes</a:t>
            </a:r>
          </a:p>
        </p:txBody>
      </p:sp>
      <p:pic>
        <p:nvPicPr>
          <p:cNvPr id="3" name="Volcano eruption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14400" y="1828800"/>
            <a:ext cx="5486400" cy="3086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Hello school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happens after an eruption?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